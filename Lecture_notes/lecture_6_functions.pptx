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C++ Programming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1F5F9"/>
                </a:solidFill>
              </a:rPr>
              <a:t>Lecture 6: Functions in C++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What Are Functions?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A block of code that performs a specific task</a:t>
            </a:r>
            <a:endParaRPr lang="en-US" sz="2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205740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891B2"/>
                </a:solidFill>
              </a:rPr>
              <a:t>Think of a function like a factory machine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Why Use Functions?</a:t>
            </a:r>
            <a:endParaRPr lang="en-US" sz="2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3464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283464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Organize code into logical blocks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54680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315468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Avoid repeating the same code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74720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88720" y="347472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Make programs easier to read</a:t>
            </a:r>
            <a:endParaRPr lang="en-US" sz="15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794760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88720" y="379476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Break complex problems into smaller pieces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457200" y="42062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Functions You Already Know: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457200" y="443484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cout, cin, main()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Function Syntax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82296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12344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returnType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functionName(</a:t>
            </a:r>
            <a:pPr indent="0" marL="0">
              <a:buNone/>
            </a:pP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parameterList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Function body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Parts of a Function: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Return Type - What type returned (int, double, void)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16352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16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81635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Function Name - Descriptive name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63824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638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16382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Parameter List - Input values (can be empty)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11296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112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51129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Function Body - Code that executes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85876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58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385876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Return Statement - Sends value back (not for void)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</a:rPr>
              <a:t>Simple Function Example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Define the Function: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371600" y="1554480"/>
            <a:ext cx="6400800" cy="82296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3"/>
          <p:cNvSpPr/>
          <p:nvPr/>
        </p:nvSpPr>
        <p:spPr>
          <a:xfrm>
            <a:off x="1554480" y="16916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add(</a:t>
            </a:r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a, </a:t>
            </a:r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 = a + b;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Call the Function: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9" name="Text 6"/>
          <p:cNvSpPr/>
          <p:nvPr/>
        </p:nvSpPr>
        <p:spPr>
          <a:xfrm>
            <a:off x="1554480" y="30632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 = add(</a:t>
            </a:r>
            <a:pPr indent="0" marL="0">
              <a:buNone/>
            </a:pP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result;  </a:t>
            </a:r>
            <a:pPr indent="0" marL="0">
              <a:buNone/>
            </a:pPr>
            <a:r>
              <a:rPr lang="en-US" sz="14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8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Function returns 8, stored in result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Function Prototypes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Tells compiler a function exists before you define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Why Needed?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Compiler reads top to bottom - must know function before use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Two Solutions: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1. Define Before main():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4023360" cy="640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add(...) { ...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add(5,3);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2. Use Prototype: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971800"/>
            <a:ext cx="4023360" cy="82296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3108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add(</a:t>
            </a:r>
            <a:pPr indent="0" marL="0">
              <a:buNone/>
            </a:pP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Prototype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 add(5,3);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add(...) { ... 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Prototype Syntax:  returnType functionName(parameterTypes);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Return Values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Functions That Return Values: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002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square(</a:t>
            </a:r>
            <a:pPr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number)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number * number;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 = square(</a:t>
            </a:r>
            <a:pPr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3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 = 25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void Functions (No Return):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788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printMessage()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pPr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return value"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printMessage();  </a:t>
            </a:r>
            <a:pPr indent="0" marL="0">
              <a:buNone/>
            </a:pPr>
            <a:r>
              <a:rPr lang="en-US" sz="13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Just call 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Different Return Types: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886200"/>
            <a:ext cx="164592" cy="164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3886200"/>
            <a:ext cx="6172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int, double, float - Numbers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42232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4142232"/>
            <a:ext cx="6172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bool - true or false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398264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398264"/>
            <a:ext cx="6172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string - Text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654296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4654296"/>
            <a:ext cx="6172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void - No return value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Variable Scope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Local Variables: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Variables inside a function only exist while function executes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7315200" cy="10972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202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functionA()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pPr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functionB()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pPr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pPr indent="0" marL="0">
              <a:buNone/>
            </a:pPr>
            <a:r>
              <a:rPr lang="en-US" sz="12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Different x, different scope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Each function has its own scope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Global Variables: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Declared outside all functions - accessible from anywhere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7764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4023360"/>
            <a:ext cx="7040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Avoid global variables when possible - use parameters instead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Common Mistakes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32588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1. Forgetting Return Statement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536192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add(int a, int b) { int sum = a+b; }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75564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add(int a, int b) { return a+b; }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0312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2. Using void with Return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313432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calc() { return 5; }  // Error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calc() { return 5; }  // Correct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83464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88036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3. No Prototype Before Use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3090672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calls add, then define add later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31012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prototype: int add(int, int);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61188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65760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4. Missing Semicolon in Prototype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3867912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add(int a, int b)  // Missing ;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408736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add(int a, int b);  // Correct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Practice Exercises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087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14447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Convert Minutes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6916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 hours and minutes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3716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892040" y="15087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03520" y="14447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Check Leap Year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03520" y="16916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Return bool for leap year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0574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0120" y="21305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GCD Calculator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23774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Euclidean algorithm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00600" y="20574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4892040" y="21945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48920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03520" y="21305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Reverse Number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03520" y="23774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Reverse digits: 1234→4321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27432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548640" y="28803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60120" y="28163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Fibonacci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60120" y="3063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Print first n numbers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00600" y="27432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4892040" y="28803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8"/>
          <p:cNvSpPr/>
          <p:nvPr/>
        </p:nvSpPr>
        <p:spPr>
          <a:xfrm>
            <a:off x="48920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303520" y="28163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Count Vowels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303520" y="3063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 a string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34290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60120" y="35021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Check Palindrome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60120" y="37490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Number palindrome check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800600" y="34290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7"/>
          <p:cNvSpPr/>
          <p:nvPr/>
        </p:nvSpPr>
        <p:spPr>
          <a:xfrm>
            <a:off x="4892040" y="3566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1" name="Text 38"/>
          <p:cNvSpPr/>
          <p:nvPr/>
        </p:nvSpPr>
        <p:spPr>
          <a:xfrm>
            <a:off x="48920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303520" y="35021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Sum of Digits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303520" y="37490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Calculate digit sum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All solutions in lecture notes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 Learned Today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5448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15544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</a:rPr>
              <a:t>Functions - Reusable code blocks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92808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91640" y="1892808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</a:rPr>
              <a:t>Function syntax - Return type, name, parameters, body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231136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91640" y="2231136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</a:rPr>
              <a:t>Function prototypes - Declaring before use</a:t>
            </a:r>
            <a:endParaRPr lang="en-US" sz="17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569464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91640" y="2569464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</a:rPr>
              <a:t>Parameters - Passing values to functions</a:t>
            </a:r>
            <a:endParaRPr lang="en-US" sz="17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907792"/>
            <a:ext cx="228600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691640" y="29077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</a:rPr>
              <a:t>Return values - Getting results back</a:t>
            </a:r>
            <a:endParaRPr lang="en-US" sz="17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246120"/>
            <a:ext cx="228600" cy="228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691640" y="324612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</a:rPr>
              <a:t>Scope - Local vs global variables</a:t>
            </a:r>
            <a:endParaRPr lang="en-US" sz="1700" dirty="0"/>
          </a:p>
        </p:txBody>
      </p:sp>
      <p:sp>
        <p:nvSpPr>
          <p:cNvPr id="15" name="Text 7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Next: Advanced Functions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Great Job!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1F5F9"/>
                </a:solidFill>
              </a:rPr>
              <a:t>Practice functions and see you next time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6: Functions</dc:title>
  <dc:subject>PptxGenJS Presentation</dc:subject>
  <dc:creator>C++ Course</dc:creator>
  <cp:lastModifiedBy>C++ Course</cp:lastModifiedBy>
  <cp:revision>1</cp:revision>
  <dcterms:created xsi:type="dcterms:W3CDTF">2026-02-13T13:18:28Z</dcterms:created>
  <dcterms:modified xsi:type="dcterms:W3CDTF">2026-02-13T13:18:28Z</dcterms:modified>
</cp:coreProperties>
</file>
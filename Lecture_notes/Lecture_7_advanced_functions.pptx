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C++ Programming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</a:rPr>
              <a:t>Lecture 7: Advanced Functions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Advanced Function Techniques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37160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1371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Function overloading - Same name, different parameters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02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9202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Pass by value vs pass by reference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37360" y="24688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Default parameters - Optional values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0175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37360" y="3017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Passing arrays to functions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457200" y="41148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Building on basic functions from last lecture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Function Overloading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Multiple functions with same name but different parameters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Compiler Chooses Based On:</a:t>
            </a:r>
            <a:endParaRPr lang="en-US" sz="1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45920" y="237744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Number of parameters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51760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5920" y="2651760"/>
            <a:ext cx="6126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Types of parameters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Why Use Overloading?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3291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One intuitive name instead of addInt, addDouble, addThreeInts...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3749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Example: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add(5, 3)        // Calls int 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add(5.5, 3.2)    // Calls double 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add(1, 2, 3)     // Calls three-parameter version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Overloading Example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3258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add(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b, </a:t>
            </a:r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 + c;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Three different functions, same name - compiler picks the right one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Pass by Value (Default)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Function gets a copy - changes do NOT affect original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0574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changeValue(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x)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Changes only the copy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changeValue(num);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Still 10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Output: 10 (unchanged)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Original variable remains unchanged - function worked on a copy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3A8A"/>
                </a:solidFill>
              </a:rPr>
              <a:t>Pass by Reference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Function gets the actual variable - changes DO affect original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7315200" cy="16459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05740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changeValue(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&amp;x) {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Note the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Changes the original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 = </a:t>
            </a:r>
            <a:pPr indent="0" marL="0">
              <a:buNone/>
            </a:pPr>
            <a:r>
              <a:rPr lang="en-US" sz="12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changeValue(num);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num;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Now 100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Output: 100 (changed)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11480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160520"/>
            <a:ext cx="7315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Use &amp; when you want to modify the original variable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When to Use Each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Pass by Value: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64592" cy="1645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Do NOT want to modify original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164592" cy="1645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8745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Small data (int, double, char)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94560"/>
            <a:ext cx="164592" cy="1645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194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Function only reads the value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4663440" y="1188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Pass by Reference:</a:t>
            </a:r>
            <a:endParaRPr lang="en-US" sz="1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164592" cy="16459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120640" y="155448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WANT to modify original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874520"/>
            <a:ext cx="164592" cy="1645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20640" y="187452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Return multiple values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194560"/>
            <a:ext cx="164592" cy="16459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120640" y="2194560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Large data (avoid copying)</a:t>
            </a:r>
            <a:endParaRPr lang="en-US" sz="1400" dirty="0"/>
          </a:p>
        </p:txBody>
      </p:sp>
      <p:sp>
        <p:nvSpPr>
          <p:cNvPr id="17" name="Text 9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Example: Swapping Two Numbers</a:t>
            </a:r>
            <a:endParaRPr lang="en-US" sz="1800" dirty="0"/>
          </a:p>
        </p:txBody>
      </p:sp>
      <p:sp>
        <p:nvSpPr>
          <p:cNvPr id="18" name="Shape 10"/>
          <p:cNvSpPr/>
          <p:nvPr/>
        </p:nvSpPr>
        <p:spPr>
          <a:xfrm>
            <a:off x="914400" y="3108960"/>
            <a:ext cx="7315200" cy="10972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9" name="Text 11"/>
          <p:cNvSpPr/>
          <p:nvPr/>
        </p:nvSpPr>
        <p:spPr>
          <a:xfrm>
            <a:off x="1097280" y="32461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swap(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&amp;a, 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&amp;b) {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 use references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temp = a;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temp;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57200" y="4297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Before: x=5, y=10    After: x=10, y=5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Default Parameters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Parameters with default values used if no value provided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31520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greet(</a:t>
            </a:r>
            <a:pPr indent="0" marL="0">
              <a:buNone/>
            </a:pPr>
            <a:r>
              <a:rPr lang="en-US" sz="120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= 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"Guest"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&lt;&lt;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</a:t>
            </a:r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"Alice"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Hello, Alice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          </a:t>
            </a:r>
            <a:pPr indent="0" marL="0">
              <a:buNone/>
            </a:pPr>
            <a:r>
              <a:rPr lang="en-US" sz="12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Hello, Guest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Rules for Default Parameters: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4048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84048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Must come at the end of parameter list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411480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Once you use a default, all following need defaults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Default Parameters Example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325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power(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base, 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 = 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 = 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exp; i++)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*= base;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Usage: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3063240"/>
            <a:ext cx="6400800" cy="6400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32004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power(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</a:t>
            </a:r>
            <a:pPr indent="0" marL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5^2 = 25 (uses default)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power(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30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5^3 = 125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0233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Correct: func(int a, int b = 5, int c = 10)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251960"/>
            <a:ext cx="7863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Wrong:   func(int a = 5, int b)  // Error!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Passing Arrays to Functions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0891B2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Arrays are always passed by reference automatically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7315200" cy="13716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05740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printArray(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arr[], 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size)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size; i++)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arr[i] &lt;&lt; </a:t>
            </a:r>
            <a:pPr indent="0" marL="0">
              <a:buNone/>
            </a:pPr>
            <a:r>
              <a:rPr lang="en-US" sz="115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nums[] = {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10, 20, 30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printArray(nums, </a:t>
            </a:r>
            <a:pPr indent="0" marL="0">
              <a:buNone/>
            </a:pPr>
            <a:r>
              <a:rPr lang="en-US" sz="11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Important Notes: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947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794760"/>
            <a:ext cx="7040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Must pass size separately - array does not know its size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6908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069080"/>
            <a:ext cx="7040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</a:rPr>
              <a:t>Changes to array elements affect the original array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Array Example: Find Maximum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13258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findMax(</a:t>
            </a:r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arr[], </a:t>
            </a:r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size)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 = arr[</a:t>
            </a:r>
            <a:pPr indent="0" marL="0">
              <a:buNone/>
            </a:pPr>
            <a:r>
              <a:rPr lang="en-US" sz="10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pPr indent="0" marL="0">
              <a:buNone/>
            </a:pPr>
            <a:r>
              <a:rPr lang="en-US" sz="10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 &lt; size;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(arr[i] &gt; max)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max = arr[i];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67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nums[] = {</a:t>
            </a:r>
            <a:pPr indent="0" marL="0">
              <a:buNone/>
            </a:pPr>
            <a:r>
              <a:rPr lang="en-US" sz="10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45, 12, 67, 23, 91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findMax(nums, </a:t>
            </a:r>
            <a:pPr indent="0" marL="0">
              <a:buNone/>
            </a:pPr>
            <a:r>
              <a:rPr lang="en-US" sz="1050" dirty="0">
                <a:solidFill>
                  <a:srgbClr val="D19A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5C63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91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Function processes array and returns the maximum value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457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</a:rPr>
              <a:t>Practice Exercises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Overloaded Max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 or 3 parameters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3716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892040" y="15087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03520" y="14447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Swap Doubles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03520" y="16916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Using references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01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Display Box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With default params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0574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7"/>
          <p:cNvSpPr/>
          <p:nvPr/>
        </p:nvSpPr>
        <p:spPr>
          <a:xfrm>
            <a:off x="4892040" y="21945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303520" y="21305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Array Average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03520" y="23774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Calculate average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601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Sort Array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601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Ascending order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800600" y="27432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7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303520" y="28163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Find Element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03520" y="30632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Return index or -1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2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601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Add to All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 value to elements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3429000"/>
            <a:ext cx="402336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4892040" y="3566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1" name="Text 38"/>
          <p:cNvSpPr/>
          <p:nvPr/>
        </p:nvSpPr>
        <p:spPr>
          <a:xfrm>
            <a:off x="48920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303520" y="350215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Count Occurrences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303520" y="3749040"/>
            <a:ext cx="3429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Count specific value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All solutions in lecture notes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We Learned Today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45920"/>
            <a:ext cx="228600" cy="228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164592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Function overloading - Same name, different parameters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574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1640" y="205740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Pass by value - Function gets a copy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91640" y="24688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Pass by reference - Function gets original (use &amp;)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880360"/>
            <a:ext cx="228600" cy="2286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91640" y="288036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Default parameters - Optional values at end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291840"/>
            <a:ext cx="228600" cy="2286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91640" y="329184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1F5F9"/>
                </a:solidFill>
              </a:rPr>
              <a:t>Passing arrays - Always by reference, need size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Next: Recursion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91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645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1F5F9"/>
                </a:solidFill>
              </a:rPr>
              <a:t>Master advanced functions and see you next time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Advanced Functions</dc:title>
  <dc:subject>PptxGenJS Presentation</dc:subject>
  <dc:creator>C++ Course</dc:creator>
  <cp:lastModifiedBy>C++ Course</cp:lastModifiedBy>
  <cp:revision>1</cp:revision>
  <dcterms:created xsi:type="dcterms:W3CDTF">2026-02-13T13:21:42Z</dcterms:created>
  <dcterms:modified xsi:type="dcterms:W3CDTF">2026-02-13T13:21:42Z</dcterms:modified>
</cp:coreProperties>
</file>
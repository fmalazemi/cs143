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Input and Output (I/O)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&amp; Reading Files with fstream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File I/O?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891B2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lets your program save data permanently on disk and read it back — so data survives across program runs.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 data survives after the program ends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 — read CSVs, logs, and config files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— handle datasets too large to type manually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5760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apps — databases, games, and servers use files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File Stream Classes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&lt;fstream&gt;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2004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1920240"/>
            <a:ext cx="7315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ofstream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0" y="1920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 stream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only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ifstream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0" y="2423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 stream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14400" y="2926080"/>
            <a:ext cx="7315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fstream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20040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file stream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4360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14400" y="365760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97280" y="37033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each class as a special cout / cin connected to a file instead of the console.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164592"/>
            <a:ext cx="548640" cy="548640"/>
          </a:xfrm>
          <a:prstGeom prst="ellipse">
            <a:avLst/>
          </a:prstGeom>
          <a:solidFill>
            <a:srgbClr val="1E3A8A">
              <a:alpha val="3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to Files (ofstream)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0584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&lt;fstream&gt;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ofstream outFile("output.txt");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(!outFile) {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"Error opening file." &lt;&lt; endl;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outFile &lt;&lt; "Hello, File!" &lt;&lt; endl;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outFile &lt;&lt; "Line 2" &lt;&lt; endl;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outFile.close();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0584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076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ofstream creates/opens a file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55448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8076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file exists, contents are erased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10312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807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&lt;&lt; just like cout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651760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8076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if file opened OK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20040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08076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.close() when done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 Mode (ios::app)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914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(overwrites)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457200" y="13716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2D3748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14173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ofstream out("log.txt");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&lt;&lt; "New data" &lt;&lt; endl;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Old content is ERASED!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96012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66360" y="914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(preserves data)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4846320" y="13716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2D3748"/>
          </a:solidFill>
          <a:ln/>
        </p:spPr>
      </p:sp>
      <p:sp>
        <p:nvSpPr>
          <p:cNvPr id="11" name="Text 6"/>
          <p:cNvSpPr/>
          <p:nvPr/>
        </p:nvSpPr>
        <p:spPr>
          <a:xfrm>
            <a:off x="5029200" y="14173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ofstream out("log.txt", ios::app);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&lt;&lt; "New data" &lt;&lt; endl;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Old content is KEPT!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57200" y="2834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2880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Default mode tears out all notebook pages and starts fresh.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mode flips to the next blank page.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Open Modes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720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ios::out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10312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(erase)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ios::app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1031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ios::in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1792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ios::binary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179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mode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164592"/>
            <a:ext cx="548640" cy="548640"/>
          </a:xfrm>
          <a:prstGeom prst="ellipse">
            <a:avLst/>
          </a:prstGeom>
          <a:solidFill>
            <a:srgbClr val="0891B2">
              <a:alpha val="3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from Files (ifstream)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058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&lt;fstream&gt;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ifstream inFile("data.txt");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(!inFile) {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"Error opening file." &lt;&lt; endl;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line;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(getline(inFile, line)) {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line &lt;&lt; endl;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inFile.close();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0584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076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ifstream opens a file for reading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55448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8076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the file opened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10312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807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getline() reads a full line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651760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8076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reads one word at a time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20040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08076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get(ch) reads one character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Read Data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715768" cy="3291840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05840"/>
            <a:ext cx="2715768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05840"/>
            <a:ext cx="2532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by Word  ( &gt;&gt; 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" y="1645920"/>
            <a:ext cx="2441448" cy="1645920"/>
          </a:xfrm>
          <a:prstGeom prst="roundRect">
            <a:avLst>
              <a:gd name="adj" fmla="val 4444"/>
            </a:avLst>
          </a:prstGeom>
          <a:solidFill>
            <a:srgbClr val="2D3748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691640"/>
            <a:ext cx="22585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word;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(inFile &gt;&gt; word)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word &lt;&lt; 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347472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whitespace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1005840"/>
            <a:ext cx="2715768" cy="3291840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55848" y="1005840"/>
            <a:ext cx="2715768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9"/>
          <p:cNvSpPr/>
          <p:nvPr/>
        </p:nvSpPr>
        <p:spPr>
          <a:xfrm>
            <a:off x="3447288" y="1005840"/>
            <a:ext cx="2532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by Line  ( getline 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93008" y="1645920"/>
            <a:ext cx="2441448" cy="1645920"/>
          </a:xfrm>
          <a:prstGeom prst="roundRect">
            <a:avLst>
              <a:gd name="adj" fmla="val 4444"/>
            </a:avLst>
          </a:prstGeom>
          <a:solidFill>
            <a:srgbClr val="2D3748"/>
          </a:solidFill>
          <a:ln/>
        </p:spPr>
      </p:sp>
      <p:sp>
        <p:nvSpPr>
          <p:cNvPr id="14" name="Text 11"/>
          <p:cNvSpPr/>
          <p:nvPr/>
        </p:nvSpPr>
        <p:spPr>
          <a:xfrm>
            <a:off x="3584448" y="1691640"/>
            <a:ext cx="22585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line;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(getline(inFile, line))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line &lt;&lt; 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93008" y="347472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entire line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54496" y="1005840"/>
            <a:ext cx="2715768" cy="3291840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54496" y="1005840"/>
            <a:ext cx="2715768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8" name="Text 15"/>
          <p:cNvSpPr/>
          <p:nvPr/>
        </p:nvSpPr>
        <p:spPr>
          <a:xfrm>
            <a:off x="6345936" y="1005840"/>
            <a:ext cx="2532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by Char  ( get 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91656" y="1645920"/>
            <a:ext cx="2441448" cy="1645920"/>
          </a:xfrm>
          <a:prstGeom prst="roundRect">
            <a:avLst>
              <a:gd name="adj" fmla="val 4444"/>
            </a:avLst>
          </a:prstGeom>
          <a:solidFill>
            <a:srgbClr val="2D3748"/>
          </a:solidFill>
          <a:ln/>
        </p:spPr>
      </p:sp>
      <p:sp>
        <p:nvSpPr>
          <p:cNvPr id="20" name="Text 17"/>
          <p:cNvSpPr/>
          <p:nvPr/>
        </p:nvSpPr>
        <p:spPr>
          <a:xfrm>
            <a:off x="6483096" y="1691640"/>
            <a:ext cx="22585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ch;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(inFile.get(ch))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ch;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91656" y="3474720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everything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Checking File State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097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!stream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017520" y="1097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any error occurred (most common check)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691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.is_open()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01752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file was successfully opened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.fail()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017520" y="22860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an I/O operation failed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880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.eof()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017520" y="2880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after reading past end of file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97280" y="3611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 while (!inFile.eof())  as a loop condition!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while (inFile &gt;&gt; val)  or  while (getline(inFile, line))  instead.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&amp; Write with fstream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914400"/>
            <a:ext cx="7315200" cy="3474720"/>
          </a:xfrm>
          <a:prstGeom prst="roundRect">
            <a:avLst>
              <a:gd name="adj" fmla="val 2632"/>
            </a:avLst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0058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&lt;fstream&gt;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Write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fstream file("notes.txt", ios::out);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 &lt;&lt; "Line A" &lt;&lt; endl;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 &lt;&lt; "Line B" &lt;&lt; endl;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file.close();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Read back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file.open("notes.txt", ios::in);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line;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(getline(file, line)) {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line &lt;&lt; endl;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file.close();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50" dirty="0"/>
          </a:p>
          <a:p>
            <a:pPr indent="0" marL="0">
              <a:lnSpc>
                <a:spcPct val="105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Practical: Reading CSV Data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0972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ifstream inFile("students.txt");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line;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(getline(inFile, line))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stringstream ss(line);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grade;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getline(ss, name, ',');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ss &gt;&gt; grade;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name &lt;&lt; ": " &lt;&lt; grade &lt;&lt; endl;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6072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students.txt: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60720" y="1325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Alice,95.5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Bob,88.0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Carol,92.3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60720" y="2743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2788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Alice: 95.5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Bob: 88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Carol: 92.3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&lt;sstream&gt; and stringstream to parse delimited fields from each line.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051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if file opened successfully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 while (!inFile.eof())  as loop condition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8"/>
          <p:cNvSpPr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7744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2331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ios::app — accidentally erasing data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1"/>
          <p:cNvSpPr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01752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2971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&gt;&gt; and getline() without cin.ignore()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4"/>
          <p:cNvSpPr/>
          <p:nvPr/>
        </p:nvSpPr>
        <p:spPr>
          <a:xfrm>
            <a:off x="54864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65760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63040" y="3611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 a closed stream (silent failure)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59669">
              <a:alpha val="15000"/>
            </a:srgbClr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15968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00584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Always check the stream, let read operations control loops, and close last.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eof() Pitfall — Detailed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457200" y="137160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2D3748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14173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(!inFile.eof())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inFile &gt;&gt; num;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num &lt;&lt; endl;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Last value printed TWICE!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96012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6636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4846320" y="137160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2D3748"/>
          </a:solidFill>
          <a:ln/>
        </p:spPr>
      </p:sp>
      <p:sp>
        <p:nvSpPr>
          <p:cNvPr id="11" name="Text 6"/>
          <p:cNvSpPr/>
          <p:nvPr/>
        </p:nvSpPr>
        <p:spPr>
          <a:xfrm>
            <a:off x="5029200" y="14173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(inFile &gt;&gt; num)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num &lt;&lt; endl;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Stops when read fails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3337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eof() becomes true only AFTER a failed read, so the loop body executes one extra time with stale data. Let &gt;&gt; or getline() control the loop.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Exercises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6012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Numbers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 for 5 integers and save them to numbers.txt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Display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2514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numbers.txt and display each value with its line number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3375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0120" y="3291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&amp; Average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3611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integers from a file, compute sum and average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46320" y="11430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4924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Logger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4924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timestamped entries to activity_log.txt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46320" y="2240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4924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49240" y="2514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total words, lines, and characters in a text file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ofstream writes, ifstream reads, fstream does both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#include &lt;fstream&gt; for file operations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1600" y="2011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stream state before performing I/O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6888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7160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&lt;&lt; to write and &gt;&gt; or getline() to read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92608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7160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ios::app preserves data; default ios::out erases</a:t>
            </a:r>
            <a:endParaRPr lang="en-US" sz="15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38328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37160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eof() as the loop condition</a:t>
            </a:r>
            <a:endParaRPr lang="en-US" sz="15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840480"/>
            <a:ext cx="274320" cy="2743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371600" y="3840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cin.ignore() when mixing &gt;&gt; and getline()</a:t>
            </a:r>
            <a:endParaRPr lang="en-US" sz="15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371600" y="4297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.close() the stream when finished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Writing &amp; Reading!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makes permanent — try the exercises and build something real.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File Input and Output</dc:title>
  <dc:subject>PptxGenJS Presentation</dc:subject>
  <dc:creator>C++ Course</dc:creator>
  <cp:lastModifiedBy>C++ Course</cp:lastModifiedBy>
  <cp:revision>1</cp:revision>
  <dcterms:created xsi:type="dcterms:W3CDTF">2026-04-01T08:00:35Z</dcterms:created>
  <dcterms:modified xsi:type="dcterms:W3CDTF">2026-04-01T08:00:35Z</dcterms:modified>
</cp:coreProperties>
</file>
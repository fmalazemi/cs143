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3048" y="10972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Containers: Vector, Array, Map &amp; Set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Modern C++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STL Containers?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classes that store and manage collections of data — ready to use, efficient, and type-safe.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development time — no need to build data structures from scratch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Thoroughly tested and optimized by compiler vendors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any data type via templates (int, string, custom classes)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competitive programming, interviews, and industry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Analogies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= numbered lockers   •   vector = stretchy backpack   •   map = phone book   •   set = guest list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std::array — Fixed-Size Container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Fixed size (compile-time)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Stack-allocated (fast)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Bounds checking with .at()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STL-compatible iterators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Wraps C-style arrays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Supports fill(), swap(), sort()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688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&lt;array&gt;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array&lt;int, 5&gt; nums = {10, 20, 30, 40, 50};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nums[2];       // 30 (no bounds check)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nums.at(3);    // 40 (bounds-checked)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nums.front();  //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nums.size();   // 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std::vector — Dynamic Array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commonly used STL container — grows and shrinks automatically.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&lt;vector&gt;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vector&lt;int&gt; v = {10, 20, 30};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v.push_back(40);          // Add to end     → {10,20,30,40}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v.pop_back();             // Remove last    → {10,20,30}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v.insert(v.begin()+1, 15);// Insert at pos  → {10,15,20,30}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v.erase(v.begin());       // Remove at pos  → {15,20,30}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v.clear();                // Remove all     → {}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Size = elements stored  |  Capacity = space allocated  |  Use reserve() to pre-allocate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Vector: Iteration &amp; 2D Vectors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Iterate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286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173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Range-based (preferred)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x : v) cout &lt;&lt; x;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Index-based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i&lt;v.size();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v[i];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Iterator-based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(auto it = v.begin();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it != v.end(); ++it)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*it;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Vectors (Matrix)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4173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3x4 matrix, all zeros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vector&lt;vector&lt;int&gt;&gt; mat(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3, vector&lt;int&gt;(4, 0));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mat[1][2] = 99;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mat.push_back({1,2,3,4});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std::map — Key-Value Pairs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unique keys mapped to values — keys are always sorted (balanced BST internally).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&lt;map&gt;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int&gt; ages = {{"Alice", 25}, {"Bob", 30}};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ages["Charlie"] = 22;            // operator[]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ages.insert({"Diana", 28});      // insert()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Search — use find(), NOT operator[]!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it = ages.find("Bob");       // returns iterator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(it != ages.end())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it-&gt;second;           // 30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Iterate (C++17 structured bindings)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auto&amp; [name, age] : ages)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name &lt;&lt; ": " &lt;&lt; age;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vs unordered_map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68880" y="1005840"/>
            <a:ext cx="292608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1005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std::map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0" y="1005840"/>
            <a:ext cx="329184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005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std::unordered_map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0" y="1463040"/>
            <a:ext cx="29260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key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94960" y="1463040"/>
            <a:ext cx="329184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guaranteed order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68880" y="1920240"/>
            <a:ext cx="2926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94960" y="1920240"/>
            <a:ext cx="3291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average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20116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68880" y="2377440"/>
            <a:ext cx="29260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94960" y="2377440"/>
            <a:ext cx="329184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2377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468880" y="2834640"/>
            <a:ext cx="2926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&lt;map&gt;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94960" y="2834640"/>
            <a:ext cx="3291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&lt;unordered_map&gt;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291840"/>
            <a:ext cx="20116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468880" y="3291840"/>
            <a:ext cx="29260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246888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sorted keys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394960" y="3291840"/>
            <a:ext cx="329184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539496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fastest lookup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std::set — Unique Sorted Collection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unique elements in sorted order — duplicates are silently ignored.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&lt;set&gt;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set&lt;int&gt; nums = {5, 3, 8, 1, 3, 5, 7};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Stored as: {1, 3, 5, 7, 8}  — duplicates removed, sorted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nums.insert(4);    // {1, 3, 4, 5, 7, 8}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nums.insert(3);    // ignored — 3 already exists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it = nums.find(5);   // iterator to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nums.count(9);            // 0 (not found)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nums.erase(7);            // removes 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891B2">
              <a:alpha val="1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set_union(), set_intersection(), set_difference() from &lt;algorithm&gt; for set math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Operations: Union, Intersection, Difference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set&lt;int&gt; A = {1, 2, 3, 4, 5};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set&lt;int&gt; B = {3, 4, 5, 6, 7};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set&lt;int&gt; result;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Union: {1, 2, 3, 4, 5, 6, 7}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set_union(A.begin(), A.end(), B.begin(), B.end(),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inserter(result, result.begin()));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Intersection: {3, 4, 5}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set_intersection(A.begin(), A.end(), B.begin(), B.end(),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inserter(result, result.begin()));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Difference (A - B): {1, 2}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set_difference(A.begin(), A.end(), B.begin(), B.end(),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inserter(result, result.begin()));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Comparison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645920" cy="3840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03120" y="914400"/>
            <a:ext cx="1645920" cy="3840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914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49040" y="914400"/>
            <a:ext cx="1645920" cy="3840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914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0" y="914400"/>
            <a:ext cx="1645920" cy="3840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914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914400"/>
            <a:ext cx="1645920" cy="3840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914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298448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2984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1298448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12984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1298448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12984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1298448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2984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40880" y="1298448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2984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1682496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6824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03120" y="1682496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16824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49040" y="1682496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16824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94960" y="1682496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16824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No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40880" y="1682496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16824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2066544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0665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103120" y="2066544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2103120" y="20665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749040" y="2066544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3749040" y="20665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394960" y="2066544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20665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key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40880" y="2066544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7040880" y="20665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2450592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24505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103120" y="2450592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2103120" y="24505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749040" y="2450592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749040" y="24505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394960" y="2450592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394960" y="24505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040880" y="2450592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7040880" y="24505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2834640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28346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103120" y="2834640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2103120" y="28346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749040" y="2834640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3749040" y="28346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amort.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394960" y="2834640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5394960" y="28346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040880" y="2834640"/>
            <a:ext cx="1645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7040880" y="28346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57200" y="3218688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32186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103120" y="3218688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2103120" y="32186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749040" y="3218688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3749040" y="32186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394960" y="3218688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5394960" y="32186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7040880" y="3218688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7040880" y="32186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What?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57200" y="41148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array → size known at compile time, need speed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457200" y="44348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vector → default choice for most situations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4572000" y="41148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map → need key→value associations, sorted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4572000" y="44348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set → need unique, sorted collection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Using map[] for lookup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261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Creates default entry if key missing → use find() or count()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71907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719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560" y="1673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Modifying set elements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1975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 elements are const → erase and re-insert instead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432304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432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51560" y="23865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Vector out-of-bounds with []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2688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bounds check → use .at() for safety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145536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145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51560" y="3099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Runtime size for std::array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51560" y="3401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Size must be compile-time constant → use vector for runtime sizes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858768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858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51560" y="3813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Erase during iteration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5156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Iterator invalidated → capture return value of erase()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" y="11430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" y="11155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Frequency Counter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463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 to count word occurrences from user input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1430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40680" y="11155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40680" y="1463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set to remove duplicates from a vector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1945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" y="23317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43000" y="2304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Gradebook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43000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map&lt;string, vector&lt;int&gt;&gt; for names + grades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21945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92040" y="23317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489204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40680" y="2304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Rotation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40680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std::array left by k positions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3832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4360" y="352044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43000" y="34930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Friends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43000" y="3840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set operations for intersection/union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Cheat Sheet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3931920" cy="11887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array&lt;int,5&gt; a = {1,2,3,4,5};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a[0]; a.at(0);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a.size(); a.fill(0);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931920" cy="11887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9" name="Text 6"/>
          <p:cNvSpPr/>
          <p:nvPr/>
        </p:nvSpPr>
        <p:spPr>
          <a:xfrm>
            <a:off x="489204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vector&lt;int&gt; v = {1,2,3};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v.push_back(4); v.pop_back();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v.size(); v.clear();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3108960"/>
            <a:ext cx="3931920" cy="11887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31546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map&lt;string,int&gt; 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m["key"] = 42;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m.find("key"); m.erase("key");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488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754880" y="3108960"/>
            <a:ext cx="3931920" cy="11887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5" name="Text 12"/>
          <p:cNvSpPr/>
          <p:nvPr/>
        </p:nvSpPr>
        <p:spPr>
          <a:xfrm>
            <a:off x="4892040" y="31546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set&lt;int&gt; s = {3,1,2};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s.insert(4); s.erase(2);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s.find(3); s.count(1);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3048" y="2743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16916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std::array — fixed-size, stack-allocated, compile-time size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20756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std::vector — dynamic, most commonly used container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245973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std::map — sorted key-value pairs, O(log n) operations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84378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std::set — sorted unique elements, no duplicates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2278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find()/count() for safe lookups — avoid operator[] on maps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Prefer at() over [] when bounds safety matters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99592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Capture erase() return value when erasing during iteration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37997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unordered variants for O(1) average lookup speed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3048" y="13716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Your Containers!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STL Algorithms &amp; Iterators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 STL Containers — Vector, Array, Map &amp; Set</dc:title>
  <dc:subject>PptxGenJS Presentation</dc:subject>
  <dc:creator>C++ Course</dc:creator>
  <cp:lastModifiedBy>C++ Course</cp:lastModifiedBy>
  <cp:revision>1</cp:revision>
  <dcterms:created xsi:type="dcterms:W3CDTF">2026-04-06T08:07:49Z</dcterms:created>
  <dcterms:modified xsi:type="dcterms:W3CDTF">2026-04-06T08:07:49Z</dcterms:modified>
</cp:coreProperties>
</file>
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8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202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</a:rPr>
              <a:t>Lecture 4: Loops in C++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What Are Loops?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Execute the same code multiple times without writing it repeatedly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Real-world Example: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53303" y="2300710"/>
            <a:ext cx="6519097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1554480" y="25146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Count from 1 to 10: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Say "1"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Say "2"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Say "3"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Say "10"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891B2"/>
                </a:solidFill>
              </a:rPr>
              <a:t>With loops, you write the instruction once and the computer repeats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Python vs C++ Loop Syntax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Python: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C++: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endl;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Key Differences: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292608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C++ uses parentheses ( ) after for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4612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324612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C++ uses curly braces { } for the loop body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6616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56616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C++ requires semicolons in the for statement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8620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862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C++ loop counter starts at 0 by default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Why We Need Loops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Without Loops (NOT recommended):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400800" cy="11887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endl;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</a:rPr>
              <a:t>With Loops (MUCH better):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554480" y="34290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endl;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Benefits of Loops: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26280"/>
            <a:ext cx="137160" cy="137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452628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Write less code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4526280"/>
            <a:ext cx="137160" cy="137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452628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Easy to change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526280"/>
            <a:ext cx="137160" cy="1371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452628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Handle unknown repetitions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526280"/>
            <a:ext cx="137160" cy="1371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95160" y="452628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More readable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The for Loop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Used when you know how many times you want to repeat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Syntax: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1554480" y="24231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(initialization; condition; update)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Code to repeat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Parts of a for Loop: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56616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5661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Initialization - Runs once at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8404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Condition - Checked before each iteration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11480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148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Update - Runs after each iteration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3891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38912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Body - Code that repeats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How for Loop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1554480" y="12344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endl;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Step by Step Execution: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1. Initialization: int i = 0 (create i, set to 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2. Condition: i &lt; 5? Yes (0 &lt; 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8895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3. Execute body: Print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4553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4. Update: i++ (i becomes 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4015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5. Condition: i &lt; 5? Yes (1 &lt; 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6. Execute body: Print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9136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7. Continue until i = 5, then stop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</a:rPr>
              <a:t>Output: 0 1 2 3 4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</a:rPr>
              <a:t>for Loop Example 1: Count 1 to 10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39441" y="1005839"/>
            <a:ext cx="7773039" cy="1871643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914400" y="13258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&lt;iostream&gt;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i &lt;&lt; endl;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Output: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2926080"/>
            <a:ext cx="594360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5"/>
          <p:cNvSpPr/>
          <p:nvPr/>
        </p:nvSpPr>
        <p:spPr>
          <a:xfrm>
            <a:off x="2468880" y="34747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1  2  3  4  5  6  7  8  9  10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for Loop Examples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</a:rPr>
              <a:t>Example 2: Count by 2s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= i +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" 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Output: 0 2 4 6 8 10 12 14 16 18 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0972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</a:rPr>
              <a:t>Example 3: Countdown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73152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0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&gt;= </a:t>
            </a:r>
            <a:r>
              <a:rPr lang="en-US" sz="10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i--)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" 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"Launch!"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19456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Output: 10 9 8 7 6 5 4 3 2 1 Launch!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</a:rPr>
              <a:t>Example 4: Sum of Numbers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0117" y="2834639"/>
            <a:ext cx="7449483" cy="1436823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1"/>
          <p:cNvSpPr/>
          <p:nvPr/>
        </p:nvSpPr>
        <p:spPr>
          <a:xfrm>
            <a:off x="1097280" y="30613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= sum + i;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"Sum: 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sum;  </a:t>
            </a: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Sum: 5050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The while Loop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Used when you do not know how many times to repeat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</a:rPr>
              <a:t>Syntax: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307106"/>
            <a:ext cx="5486400" cy="8686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2011680" y="2514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(condition)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Code to repeat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Parts of a while Loop: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0" y="365760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182880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36576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Condition - Checked before each iteration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397764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1"/>
          <p:cNvSpPr/>
          <p:nvPr/>
        </p:nvSpPr>
        <p:spPr>
          <a:xfrm>
            <a:off x="182880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94560" y="39776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Body - Code that repeats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28600" cy="228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43434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Important: You must update the variable inside the loop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How while Loop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04459" y="986658"/>
            <a:ext cx="6467941" cy="1152144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1554480" y="12344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&lt;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endl;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Step by Step Execution: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1. Condition: i &lt; 5? Yes (0 &lt; 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2. Execute body: Print 0, then i becomes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455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3. Condition: i &lt; 5? Yes (1 &lt; 5)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4381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4. Execute body: Print 1, then i becomes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307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5. Continue until i = 5, then stop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</a:rPr>
              <a:t>Output: 0 1 2 3 4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while Loop Examples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105595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Example 1: Input Validation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1751" y="1379913"/>
            <a:ext cx="7670728" cy="1591887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914400" y="1600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age (1-120): 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age;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(age &lt;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age &gt;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"Invalid. Enter again: 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age;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age is 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age;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Example 2: Sum Until Zero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70176" y="3291839"/>
            <a:ext cx="6602224" cy="1644641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1554480" y="36528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 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number;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numbers (0 to stop):"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number;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(number != </a:t>
            </a: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= sum + number;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number;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"Total: 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sum;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for vs while: When to Use Each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Use for Loop When: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82880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54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You know exact iterations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8288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Counting with a counter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1031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Iterate through sequence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57200" y="24688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Examples: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40080" y="26974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Print 1 to 100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40080" y="29260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Sum of first N numbers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3154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Multiplication table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Use while Loop When:</a:t>
            </a:r>
            <a:endParaRPr lang="en-US" sz="1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5448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20640" y="15544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Unknown iterations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82880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20640" y="18288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Until condition changes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03120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20640" y="21031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Waiting for user input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4663440" y="24688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Examples: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4846320" y="26974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Input validation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4846320" y="29260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Menu systems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4846320" y="31546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• Game loops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Converting Between Loops: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457200" y="3840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Any for loop can be written as while loop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Common Mistakes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1. Infinite Loop (forgot to update)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53619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 &lt; 5) { cout &lt;&lt; i; }  // Never ends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75564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 &lt; 5) { cout &lt;&lt; i; i++; }  // Correct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6"/>
          <p:cNvSpPr/>
          <p:nvPr/>
        </p:nvSpPr>
        <p:spPr>
          <a:xfrm>
            <a:off x="640080" y="210312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2. Off-by-One Error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31343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1; i &lt; 10; i++)  // Prints 1-9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1; i &lt;= 10; i++)  // Prints 1-10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0"/>
          <p:cNvSpPr/>
          <p:nvPr/>
        </p:nvSpPr>
        <p:spPr>
          <a:xfrm>
            <a:off x="640080" y="288036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3. Semicolon After for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309067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5; i++);  // Empty loop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31012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5; i++) {  // Correct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7" name="Text 14"/>
          <p:cNvSpPr/>
          <p:nvPr/>
        </p:nvSpPr>
        <p:spPr>
          <a:xfrm>
            <a:off x="640080" y="365760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4. Wrong Update Direction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386791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10; i &gt;= 1; i++)  // Infinite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408736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10; i &gt;= 1; i--)  // Correct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Practice Exercises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Print Even Numbers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Print all even numbers from 2 to 20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48920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4892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Sum of Odd Numbers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Calculate sum of odd numbers 1 to 50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Factorial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Calculate factorial of user input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48920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48920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Power Function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035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Calculate base^power without built-in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5" name="Shape 22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601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Print Rectangle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Print rectangle of stars (user width/height)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006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0" name="Shape 27"/>
          <p:cNvSpPr/>
          <p:nvPr/>
        </p:nvSpPr>
        <p:spPr>
          <a:xfrm>
            <a:off x="48920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1" name="Text 28"/>
          <p:cNvSpPr/>
          <p:nvPr/>
        </p:nvSpPr>
        <p:spPr>
          <a:xfrm>
            <a:off x="48920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3035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Find Maximum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035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Find max of 5 user-entered numbers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5" name="Shape 32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36" name="Text 33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601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Reverse Digits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01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Reverse digits of a number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006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0" name="Shape 37"/>
          <p:cNvSpPr/>
          <p:nvPr/>
        </p:nvSpPr>
        <p:spPr>
          <a:xfrm>
            <a:off x="48920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1" name="Text 38"/>
          <p:cNvSpPr/>
          <p:nvPr/>
        </p:nvSpPr>
        <p:spPr>
          <a:xfrm>
            <a:off x="48920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3035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Print Triangle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3035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Print triangle pattern of stars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Solutions available in lecture notes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Exercise Solutions (1-2)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Exercise 1: Print Even Numbers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= i + </a:t>
            </a: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" ";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endl;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Exercise 2: Sum of Odd Numbers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7315200" cy="13716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= i +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= sum + i;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"Sum: 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sum &lt;&lt; endl;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Exercise Solutions (3-4)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Exercise 3: Factorial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n, factorial = </a:t>
            </a:r>
            <a:r>
              <a:rPr lang="en-US" sz="11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number: 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cin &gt;&gt; n;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1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n; i++)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factorial = factorial * i;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"Factorial: "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factorial;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Exercise 4: Power Function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7315200" cy="12801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base, power, result = </a:t>
            </a:r>
            <a:r>
              <a:rPr lang="en-US" sz="11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base &gt;&gt; power;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1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&lt;= power; i++)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result * base;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result;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 Today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448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15544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for loops - Used when you know the iterations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9280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1892808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while loops - Used when iterations unknown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31136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91640" y="2231136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Loop syntax - How to write loops correctly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69464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91640" y="2569464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Common mistakes - Infinite loops, off-by-one errors</a:t>
            </a:r>
            <a:endParaRPr lang="en-US" sz="1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07792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91640" y="29077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Practical examples - Many real-world applications</a:t>
            </a:r>
            <a:endParaRPr lang="en-US" sz="17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246120"/>
            <a:ext cx="228600" cy="228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691640" y="324612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1F5F9"/>
                </a:solidFill>
              </a:rPr>
              <a:t>Practice exercises - 15 exercises with solutions</a:t>
            </a:r>
            <a:endParaRPr lang="en-US" sz="1700" dirty="0"/>
          </a:p>
        </p:txBody>
      </p:sp>
      <p:sp>
        <p:nvSpPr>
          <p:cNvPr id="15" name="Text 7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Next: Nested loops, do-while, break and continue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Homework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280160" y="150876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FizzBuzz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8288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Print 1-100: Fizz (multiples of 3), Buzz (multiples of 5), FizzBuzz (both)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80160" y="25146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Calculator Loop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0160" y="28346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Implement calculator that keeps running until user chooses exit (use while)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280160" y="352044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</a:rPr>
              <a:t>Prime Numbers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80160" y="38404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Print all prime numbers between 1 and 100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</a:rPr>
              <a:t>Practice is essential to master loops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1F5F9"/>
                </a:solidFill>
              </a:rPr>
              <a:t>Practice loops and see you next time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1544</Words>
  <Application>Microsoft Macintosh PowerPoint</Application>
  <PresentationFormat>On-screen Show (16:9)</PresentationFormat>
  <Paragraphs>276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Loops</dc:title>
  <dc:subject>PptxGenJS Presentation</dc:subject>
  <dc:creator>C++ Course</dc:creator>
  <cp:lastModifiedBy>Fawaz Alazemi</cp:lastModifiedBy>
  <cp:revision>2</cp:revision>
  <dcterms:created xsi:type="dcterms:W3CDTF">2026-02-12T23:39:55Z</dcterms:created>
  <dcterms:modified xsi:type="dcterms:W3CDTF">2026-02-12T23:47:36Z</dcterms:modified>
</cp:coreProperties>
</file>
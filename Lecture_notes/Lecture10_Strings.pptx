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4010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716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C++ Programming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1F5F9"/>
                </a:solidFill>
              </a:rPr>
              <a:t>Lecture 10: Introduction to Strings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What are Strings?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0891B2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</a:rPr>
              <a:t>A sequence of characters representing text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Include the string library: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828800" y="2286000"/>
            <a:ext cx="5486400" cy="36576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8" name="Text 5"/>
          <p:cNvSpPr/>
          <p:nvPr/>
        </p:nvSpPr>
        <p:spPr>
          <a:xfrm>
            <a:off x="2011680" y="2377440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&lt;string&gt;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8346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Why Use Strings?</a:t>
            </a:r>
            <a:endParaRPr lang="en-US" sz="16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08960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3108960"/>
            <a:ext cx="7086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Store text data (names, messages, addresses)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383280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3383280"/>
            <a:ext cx="7086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Display information to users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57600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3657600"/>
            <a:ext cx="7086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Process user input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931920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43000" y="3931920"/>
            <a:ext cx="7086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Essential for interactive programs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String Initialization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Four ways to create strings: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1. Direct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1737360"/>
            <a:ext cx="6400800" cy="36576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Text 4"/>
          <p:cNvSpPr/>
          <p:nvPr/>
        </p:nvSpPr>
        <p:spPr>
          <a:xfrm>
            <a:off x="1554480" y="1828800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name = "Alice";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2. Empty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2377440"/>
            <a:ext cx="6400800" cy="36576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9" name="Text 7"/>
          <p:cNvSpPr/>
          <p:nvPr/>
        </p:nvSpPr>
        <p:spPr>
          <a:xfrm>
            <a:off x="1554480" y="2468880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name;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3. Constructor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3017520"/>
            <a:ext cx="6400800" cy="36576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2" name="Text 10"/>
          <p:cNvSpPr/>
          <p:nvPr/>
        </p:nvSpPr>
        <p:spPr>
          <a:xfrm>
            <a:off x="1554480" y="3108960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greeting("Hello");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3832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4. Copy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5" name="Text 13"/>
          <p:cNvSpPr/>
          <p:nvPr/>
        </p:nvSpPr>
        <p:spPr>
          <a:xfrm>
            <a:off x="1554480" y="3749040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copy = original;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A"/>
                </a:solidFill>
              </a:rPr>
              <a:t>Accessing Characters with []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2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</a:rPr>
              <a:t>Indices start at 0!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914400" y="1828800"/>
            <a:ext cx="7315200" cy="100584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7" name="Text 4"/>
          <p:cNvSpPr/>
          <p:nvPr/>
        </p:nvSpPr>
        <p:spPr>
          <a:xfrm>
            <a:off x="1097280" y="19659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word = "Hello";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word[0];  // H (first)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word[1];  // e (second)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word[4];  // o (last)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29260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Modifying characters: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828800" y="3200400"/>
            <a:ext cx="5486400" cy="4572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0" name="Text 7"/>
          <p:cNvSpPr/>
          <p:nvPr/>
        </p:nvSpPr>
        <p:spPr>
          <a:xfrm>
            <a:off x="2011680" y="3337560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word[0] = 'h';  // Changes to "hello"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String Concatenation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Using + operator (creates new string):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1097280" y="16002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first = "Hello";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second = "World";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combined = first + " " + second;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Result: "Hello World"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Using += operator (modifies existing):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7315200" cy="7315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text = "Hello";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+= " ";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+= "World";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Result: "Hello World"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Both achieve same result - choose based on preference!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A"/>
                </a:solidFill>
              </a:rPr>
              <a:t>String Comparison Operators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</a:rPr>
              <a:t>Strings compare alphabetically (lexicographically)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914400" y="15361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==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11680" y="153619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Equal 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153619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(str1 == str2)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9" name="Text 7"/>
          <p:cNvSpPr/>
          <p:nvPr/>
        </p:nvSpPr>
        <p:spPr>
          <a:xfrm>
            <a:off x="914400" y="21305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!=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21305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Not equal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13055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(str1 != str2)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3" name="Text 11"/>
          <p:cNvSpPr/>
          <p:nvPr/>
        </p:nvSpPr>
        <p:spPr>
          <a:xfrm>
            <a:off x="914400" y="27249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&lt;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272491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Less than (alphabetically)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72491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("apple" &lt; "banana")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7" name="Text 15"/>
          <p:cNvSpPr/>
          <p:nvPr/>
        </p:nvSpPr>
        <p:spPr>
          <a:xfrm>
            <a:off x="914400" y="33192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&gt;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11680" y="33192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Greater than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31927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(str1 &gt; str2)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</a:rPr>
              <a:t>Example: "apple" &lt; "banana" is TRUE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A"/>
                </a:solidFill>
              </a:rPr>
              <a:t>The find() Function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Search for substring or character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Finding a character: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914400" y="1737360"/>
            <a:ext cx="7315200" cy="6400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7" name="Text 4"/>
          <p:cNvSpPr/>
          <p:nvPr/>
        </p:nvSpPr>
        <p:spPr>
          <a:xfrm>
            <a:off x="1097280" y="18745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text = "Hello World";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size_t pos = text.find('o');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 = 4 (position of first 'o')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2560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Finding a substring: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14400" y="2834639"/>
            <a:ext cx="7315200" cy="1025327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0" name="Text 7"/>
          <p:cNvSpPr/>
          <p:nvPr/>
        </p:nvSpPr>
        <p:spPr>
          <a:xfrm>
            <a:off x="1097280" y="3027262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size_t pos = text.find("love");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(pos != string::npos)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"Found at position: " &lt;&lt; pos;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39319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Always check against string::npos (not found)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String Conversion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1887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String to Integer: stoi()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371600" y="1463040"/>
            <a:ext cx="6400800" cy="6400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Text 3"/>
          <p:cNvSpPr/>
          <p:nvPr/>
        </p:nvSpPr>
        <p:spPr>
          <a:xfrm>
            <a:off x="1554480" y="16002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numberText = "42";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number = stoi(numberText);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number + 10;  // 52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Integer to String: to_string()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371600" y="2560320"/>
            <a:ext cx="6400800" cy="6400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9" name="Text 6"/>
          <p:cNvSpPr/>
          <p:nvPr/>
        </p:nvSpPr>
        <p:spPr>
          <a:xfrm>
            <a:off x="1554480" y="26974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score = 95;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scoreText = to_string(score);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"Score: " + scoreText;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3832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Practical Example: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2" name="Text 9"/>
          <p:cNvSpPr/>
          <p:nvPr/>
        </p:nvSpPr>
        <p:spPr>
          <a:xfrm>
            <a:off x="1554480" y="3794760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report = name + " scored " + to_string(87);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Common Mistakes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Shape 2"/>
          <p:cNvSpPr/>
          <p:nvPr/>
        </p:nvSpPr>
        <p:spPr>
          <a:xfrm>
            <a:off x="594360" y="150876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Text 3"/>
          <p:cNvSpPr/>
          <p:nvPr/>
        </p:nvSpPr>
        <p:spPr>
          <a:xfrm>
            <a:off x="59436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463040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</a:rPr>
              <a:t>❌ No #include &lt;string&gt;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1719072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9669"/>
                </a:solidFill>
              </a:rPr>
              <a:t>✓  Always include library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10312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0" name="Shape 7"/>
          <p:cNvSpPr/>
          <p:nvPr/>
        </p:nvSpPr>
        <p:spPr>
          <a:xfrm>
            <a:off x="594360" y="224028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5840" y="2194560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</a:rPr>
              <a:t>❌ word[10] on length 5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2450592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9669"/>
                </a:solidFill>
              </a:rPr>
              <a:t>✓  Check bounds first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83464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5" name="Shape 12"/>
          <p:cNvSpPr/>
          <p:nvPr/>
        </p:nvSpPr>
        <p:spPr>
          <a:xfrm>
            <a:off x="594360" y="29718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6" name="Text 13"/>
          <p:cNvSpPr/>
          <p:nvPr/>
        </p:nvSpPr>
        <p:spPr>
          <a:xfrm>
            <a:off x="59436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05840" y="2926080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</a:rPr>
              <a:t>❌ Use find() without check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3182112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9669"/>
                </a:solidFill>
              </a:rPr>
              <a:t>✓  Compare to string::npos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Practice Exercises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1371600" y="1554480"/>
            <a:ext cx="64008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Shape 2"/>
          <p:cNvSpPr/>
          <p:nvPr/>
        </p:nvSpPr>
        <p:spPr>
          <a:xfrm>
            <a:off x="1554480" y="17373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Text 3"/>
          <p:cNvSpPr/>
          <p:nvPr/>
        </p:nvSpPr>
        <p:spPr>
          <a:xfrm>
            <a:off x="155448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011680" y="166420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</a:rPr>
              <a:t>String Builder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011680" y="193852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Combine first and last name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371600" y="2377440"/>
            <a:ext cx="64008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0" name="Shape 7"/>
          <p:cNvSpPr/>
          <p:nvPr/>
        </p:nvSpPr>
        <p:spPr>
          <a:xfrm>
            <a:off x="1554480" y="256032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1" name="Text 8"/>
          <p:cNvSpPr/>
          <p:nvPr/>
        </p:nvSpPr>
        <p:spPr>
          <a:xfrm>
            <a:off x="155448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011680" y="248716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</a:rPr>
              <a:t>Password Checker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011680" y="276148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Compare with stored password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371600" y="3200400"/>
            <a:ext cx="64008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5" name="Shape 12"/>
          <p:cNvSpPr/>
          <p:nvPr/>
        </p:nvSpPr>
        <p:spPr>
          <a:xfrm>
            <a:off x="1554480" y="338328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6" name="Text 13"/>
          <p:cNvSpPr/>
          <p:nvPr/>
        </p:nvSpPr>
        <p:spPr>
          <a:xfrm>
            <a:off x="155448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011680" y="331012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</a:rPr>
              <a:t>Email Validator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2011680" y="358444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Check for @ symbol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Key Concepts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463040"/>
            <a:ext cx="182880" cy="182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46304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Strings store text data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783080"/>
            <a:ext cx="182880" cy="1828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3040" y="178308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Include &lt;string&gt; library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103120"/>
            <a:ext cx="182880" cy="1828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63040" y="210312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Use [] to access characters (0-based)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423160"/>
            <a:ext cx="182880" cy="18288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463040" y="242316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+ and += for concatenation</a:t>
            </a:r>
            <a:endParaRPr lang="en-US" sz="1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743200"/>
            <a:ext cx="182880" cy="18288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463040" y="274320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Comparison operators work alphabetically</a:t>
            </a:r>
            <a:endParaRPr lang="en-US" sz="14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063240"/>
            <a:ext cx="182880" cy="18288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463040" y="306324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find() searches for substring/character</a:t>
            </a:r>
            <a:endParaRPr lang="en-US" sz="14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383280"/>
            <a:ext cx="182880" cy="18288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463040" y="338328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stoi() converts string to int</a:t>
            </a:r>
            <a:endParaRPr lang="en-US" sz="14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703320"/>
            <a:ext cx="182880" cy="18288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1463040" y="370332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to_string() converts int to string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91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645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Master Strings!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1F5F9"/>
                </a:solidFill>
              </a:rPr>
              <a:t>Essential for working with text in C++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598</Words>
  <Application>Microsoft Macintosh PowerPoint</Application>
  <PresentationFormat>On-screen Show (16:9)</PresentationFormat>
  <Paragraphs>124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10: Introduction to Strings</dc:title>
  <dc:subject>PptxGenJS Presentation</dc:subject>
  <dc:creator>C++ Course</dc:creator>
  <cp:lastModifiedBy>Fawaz Alazemi</cp:lastModifiedBy>
  <cp:revision>2</cp:revision>
  <dcterms:created xsi:type="dcterms:W3CDTF">2026-02-14T18:17:44Z</dcterms:created>
  <dcterms:modified xsi:type="dcterms:W3CDTF">2026-02-14T18:20:38Z</dcterms:modified>
</cp:coreProperties>
</file>
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150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06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2: Variables &amp; Data Types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Variables? 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Variables are labeled boxes that store values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365760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🐍 Python - Dynamic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Types change freely!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C++ - Static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"hello”;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</a:rPr>
              <a:t>Key Difference: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</a:rPr>
              <a:t>C++ requires you to declare the type, and it never changes!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C++ Data Types 🎯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204793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Whole numbers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42, -10, 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double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Decimals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3.14, -0.5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char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Single character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'A', 'x'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bool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True/False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true, 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"Hello"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891B2"/>
                </a:solidFill>
              </a:rPr>
              <a:t>We'll explore each one with examples! 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1: Integers (int) 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</a:rPr>
              <a:t>Stores whole numbers (no decimals)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15544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1645920" y="21031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temperature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Range: -2,147,483,648 to 2,147,483,647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2: Decimals (double) 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</a:rPr>
              <a:t>Stores numbers with decimal points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15544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1645920" y="21031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19.99;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gpa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temperature = </a:t>
            </a:r>
            <a:r>
              <a:rPr lang="en-US" sz="16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98.6;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891B2"/>
                </a:solidFill>
              </a:rPr>
              <a:t>💡 Use double for most decimal numbers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3 &amp; 4: char and bool 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char - Single Character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 = 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'$';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Use single quotes!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bool - True/False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365760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ready = 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done = 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Lowercase only!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Common Mistake: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"A";  // ❌ Wrong quotes!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'A';  // ✅ Correct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Type 5: Strings (string) 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</a:rPr>
              <a:t>Stores text (words, sentences) - use double quotes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17373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1645920" y="205740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 =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 York" 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=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"Hello!";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Don't forget: #include &lt;string&gt;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840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Use double quotes "text"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Complete Example: Student Info 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"Emily Chen";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= </a:t>
            </a:r>
            <a:r>
              <a:rPr lang="en-US" sz="15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gpa = </a:t>
            </a:r>
            <a:r>
              <a:rPr lang="en-US" sz="15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 =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enrolled = </a:t>
            </a: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"Name: "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name;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891B2"/>
                </a:solidFill>
              </a:rPr>
              <a:t>All 5 data types in action! 🎯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Getting User Input 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</a:rPr>
              <a:t>Use cin &gt;&gt; to read input: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1645920" y="178308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name: ";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name;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age: ";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age;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9E0B"/>
                </a:solidFill>
              </a:rPr>
              <a:t>💡 Declare variables before using cin!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The Magic auto Keyword ✨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</a:rPr>
              <a:t>Compiler figures out the type automatically!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Without auto: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6576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3.14;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75488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With auto: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46320" y="2377440"/>
            <a:ext cx="36576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493776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3.14;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When to use: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Type is obvious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6576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490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Save typing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68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Learning? Use explicit types!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 🚫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444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Missing type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733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5; // ❌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9019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5; // ✅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640080" y="23591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Wrong quotes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587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"A"; // 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8163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'A'; // 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640080" y="32735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Wrong case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5021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flag = True; // 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730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flag = true; // ✅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891B2"/>
                </a:solidFill>
              </a:rPr>
              <a:t>💡 Always initialize variables!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 ✅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37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</a:rPr>
              <a:t>5 data types: int, double, char, bool, string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1488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945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</a:rPr>
              <a:t>How to declare and initialize variables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603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</a:rPr>
              <a:t>Getting user input with cin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718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19456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</a:rPr>
              <a:t>The auto keyword for convenience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3832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19456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</a:rPr>
              <a:t>Common mistakes to avoid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Next: Operators &amp; If Statements! 🎯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Practice with variables &amp; see you next time! 💪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607</Words>
  <Application>Microsoft Macintosh PowerPoint</Application>
  <PresentationFormat>On-screen Show (16:9)</PresentationFormat>
  <Paragraphs>134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Variables</dc:title>
  <dc:subject>PptxGenJS Presentation</dc:subject>
  <dc:creator>C++ Course</dc:creator>
  <cp:lastModifiedBy>Fawaz Alazemi</cp:lastModifiedBy>
  <cp:revision>2</cp:revision>
  <dcterms:created xsi:type="dcterms:W3CDTF">2026-02-11T06:38:31Z</dcterms:created>
  <dcterms:modified xsi:type="dcterms:W3CDTF">2026-02-12T05:35:36Z</dcterms:modified>
</cp:coreProperties>
</file>
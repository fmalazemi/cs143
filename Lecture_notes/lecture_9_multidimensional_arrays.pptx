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81" d="100"/>
          <a:sy n="181" d="100"/>
        </p:scale>
        <p:origin x="184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1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9: Multidimensional Arrays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What Are Multidimensional Arrays?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Arrays of arrays - organize data in tables and grids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Real-World Analogies: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3172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3317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1D Array: A single row of mailboxes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517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6517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2D Array: A grid of seats in a theater (rows × columns)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7180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29718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3D Array: A building (floors × rows × columns)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Visual Representation: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Text 9"/>
          <p:cNvSpPr/>
          <p:nvPr/>
        </p:nvSpPr>
        <p:spPr>
          <a:xfrm>
            <a:off x="1554480" y="3749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[10] [20] [30] [40]           1D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[10] [20] [30] [40]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[50] [60] [70] [80]           2D Array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Two-Dimensional Arrays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Declaration Syntax: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dataType arrayName[rows][columns];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Examples: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1097280" y="2514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matrix[3][4];      // 3 rows, 4 columns (12 elements)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grades[5][3];   // 5 students, 3 subjects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grid[10][10];     // 10×10 grid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Key Points: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1188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61188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First index = Row number (0 to rows-1)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86200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88620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Second index = Column number (0 to columns-1)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160520"/>
            <a:ext cx="7086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Total elements = rows × columns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Initializing 2D Arrays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Method 1: Row by Row (Recommended):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3, 4},      // Row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{5, 6, 7, 8},      // Row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{9, 10, 11, 12}    // Row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Method 2: Flat Initialization: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 = {1, 2, 3, 4, 5, 6, 7, 8, 9, 10, 11, 12};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Elements filled row by row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Method 3: Initialize All to Zero: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 = {0};  // All elements become 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</a:rPr>
              <a:t>Accessing 2D Array Elements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Use two indices: array[row][column]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3, 4},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{5, 6, 7, 8},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{9, 10, 11, 12}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matrix[0][0];  // 1  (row 0, col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matrix[1][2];  // 7  (row 1, col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matrix[2][3];  // 12 (row 2, col 3)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Modifying Elements: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41148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matrix[0][1] = 100;  // Changes row 0, column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Looping Through 2D Arrays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Nested Loops Required: Outer for rows, Inner for columns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Standard Pattern: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7315200" cy="10058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097280" y="240667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i++) {        // Loop 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columns; j++) { // Loop columns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Access: matrix[i][j]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Complete Example: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772400" cy="114225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914400" y="374679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4; j++)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matrix[i][j] &lt;&lt; " ";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  // New line after each row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2D Array Operations: Row Sum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4688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3, 4},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{5, 6, 7, 8},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{9, 10, 11, 12}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rowSum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4; j++)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rowSum += matrix[i][j];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"Row " &lt;&lt; i &lt;&lt; ": " &lt;&lt; rowSum &lt;&lt; endl;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Output: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 0: 10    Row 1: 26    Row 2: 42</a:t>
            </a:r>
            <a:endParaRPr lang="en-US" sz="1300" dirty="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2D Array Operations: Column Sum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4688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3, 4},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{5, 6, 7, 8},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{9, 10, 11, 12}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j = 0; j &lt; 4; j++)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colSum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3;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colSum += matrix[i][j];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"Col " &lt;&lt; j &lt;&lt; ": " &lt;&lt; colSum &lt;&lt; endl;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Output: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9E0B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 0: 15    Col 1: 18    Col 2: 21    Col 3: 24</a:t>
            </a:r>
            <a:endParaRPr lang="en-US" sz="1300" dirty="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Matrix Transpose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</a:rPr>
              <a:t>Swap rows and columns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matrix[3][2] = {{1, 2}, {3, 4}, {5, 6}};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transpose[2][3];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2; j++)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transpose[j][i] = matrix[i][j];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Original (3×2):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1  2</a:t>
            </a:r>
            <a:endParaRPr lang="en-US" sz="11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3  4</a:t>
            </a:r>
            <a:endParaRPr lang="en-US" sz="11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5  6</a:t>
            </a:r>
            <a:endParaRPr lang="en-US" sz="11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Transpose (2×3):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1  3  5</a:t>
            </a:r>
            <a:endParaRPr lang="en-US" sz="11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2  4  6</a:t>
            </a:r>
            <a:endParaRPr lang="en-US" sz="11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Matrix Addition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2286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m1[2][3] = {{1,2,3}, {4,5,6}};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m2[2][3] = {{7,8,9}, {10,11,12}};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result[2][3];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matrices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2;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3; j++)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result[i][j] = m1[i][j] + m2[i][j];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Result: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8   10  12</a:t>
            </a:r>
            <a:endParaRPr lang="en-US" sz="1200" dirty="0">
              <a:highlight>
                <a:srgbClr val="000000"/>
              </a:highlight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highlight>
                  <a:srgbClr val="000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14  16  18</a:t>
            </a:r>
            <a:endParaRPr lang="en-US" sz="1200" dirty="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2D Arrays and Functions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Must specify number of columns!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41343"/>
            <a:ext cx="7680960" cy="2201591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914400" y="2148844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printMatrix(int arr[][4], int rows)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rows;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4; j++)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arr[i][j] &lt;&lt; " 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endl;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matrix[3][4] = {{1,2,3,4}, {5,6,7,8}, {9,10,11,12}};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printMatrix(matrix, 3);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21327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Column size (4) must be specified in function parameter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Three-Dimensional Arrays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Array of 2D arrays - like multiple pages of tables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Declaration: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cube[2][3][4];  // 2 pages, 3 rows, 4 columns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Accessing: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1554480" y="3246120"/>
            <a:ext cx="603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cube[page][row][column]  // Three indices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749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Looping: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4400" y="4023359"/>
            <a:ext cx="7315200" cy="583809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4" name="Text 11"/>
          <p:cNvSpPr/>
          <p:nvPr/>
        </p:nvSpPr>
        <p:spPr>
          <a:xfrm>
            <a:off x="1097280" y="416403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pages; i++)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rows; j++)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k = 0; k &lt; cols; k++)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9436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943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35331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matrix[3][5] for [3][4]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7276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Valid: [0-2][0-3]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594360" y="19659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194767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void f(int arr[][])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216712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void f(int arr[][COLS])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94360" y="25603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9436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254203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(i &lt;= 3)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276148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for (i &lt; 3)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594360" y="31546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5943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13639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Forget nested loops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335584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Use nested for loops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94360" y="37490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943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05840" y="373075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 dimension order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395020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Always [rows][columns]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57276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Diagonal Sum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8470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Sum of diagonal elements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4892040" y="16459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920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57276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Identity Matrix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0" y="18470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Check if identity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48640" y="2423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350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Rotate 90°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26243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Rotate matrix clockwise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00600" y="224028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350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Saddle Point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26243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Min in row, max in col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01752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31272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Spiral Print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60120" y="340156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Print in spiral order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800600" y="301752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0" name="Shape 27"/>
          <p:cNvSpPr/>
          <p:nvPr/>
        </p:nvSpPr>
        <p:spPr>
          <a:xfrm>
            <a:off x="489204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1" name="Text 28"/>
          <p:cNvSpPr/>
          <p:nvPr/>
        </p:nvSpPr>
        <p:spPr>
          <a:xfrm>
            <a:off x="48920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31272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Student Grades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03520" y="340156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Manage grade system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All solutions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4630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2D Arrays - Tables with rows and columns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10512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810512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Declaration - dataType array[rows][columns];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57984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15798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Nested loops - Outer for rows, inner for columns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0545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2505456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Operations - Sum, transpose, addition, multiplication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5292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63040" y="285292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Functions - Must specify column size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00400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63040" y="320040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3D Arrays - Three dimensions (pages, rows, columns)</a:t>
            </a:r>
            <a:endParaRPr lang="en-US" sz="15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547872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63040" y="3547872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Applications - Matrices, grids, game boards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Strings and Character Arrays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Master multidimensional arrays for complex data structures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C84E6C-AF97-4B46-A6D2-038BB90DAE1A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1443</Words>
  <Application>Microsoft Macintosh PowerPoint</Application>
  <PresentationFormat>On-screen Show (16:9)</PresentationFormat>
  <Paragraphs>215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9: Multidimensional Arrays</dc:title>
  <dc:subject>PptxGenJS Presentation</dc:subject>
  <dc:creator>C++ Course</dc:creator>
  <cp:lastModifiedBy>Fawaz Alazemi</cp:lastModifiedBy>
  <cp:revision>2</cp:revision>
  <dcterms:created xsi:type="dcterms:W3CDTF">2026-02-14T17:06:19Z</dcterms:created>
  <dcterms:modified xsi:type="dcterms:W3CDTF">2026-02-14T17:11:42Z</dcterms:modified>
</cp:coreProperties>
</file>
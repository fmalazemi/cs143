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34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8: Introduction to Arrays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Arrays?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Collection of elements of the same type in consecutive memory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116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0574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891B2"/>
                </a:solidFill>
              </a:rPr>
              <a:t>Think of an array like a row of mailboxes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The Problem vs Solution: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2743200"/>
            <a:ext cx="4023360" cy="80467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6"/>
          <p:cNvSpPr/>
          <p:nvPr/>
        </p:nvSpPr>
        <p:spPr>
          <a:xfrm>
            <a:off x="640080" y="2834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Without Arrays: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student1 = 85;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student2 = 90;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students?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2743200"/>
            <a:ext cx="4023360" cy="80467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9"/>
          <p:cNvSpPr/>
          <p:nvPr/>
        </p:nvSpPr>
        <p:spPr>
          <a:xfrm>
            <a:off x="4846320" y="2834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With Arrays: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grades[5] = {85, 90, 78, 92, 88};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57600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65760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Store multiple values under one name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93192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Access elements using index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420624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Process data with loops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Array Declaration &amp; Initialization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Declaration Syntax: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dataType arrayName[size];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Examples: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numbers[5];        // 5 integers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prices[10];     // 10 doubles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letters[26];      // 26 characters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Initialization Methods: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arr[] = {10, 20, 30};         // All elements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arr[5] = {10, 20};            // Rest become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arr[5] = {0};                 // All zeros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Zero-Based Indexing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First element is at index 0, not 1!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numbers[5] = {10, 20, 30, 40, 50};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Index:     0   1   2   3  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Values:   10  20  30  40  50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Key Points: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2461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First element: array[0]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5661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Last element: array[size - 1]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20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8862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For array of size n, valid indices: 0 to n-1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Accessing &amp; Modifying Elements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Accessing: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1097280" y="1600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numbers[5] = {10, 20, 30, 40, 50};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numbers[0];  // 10 (first)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numbers[4];  // 50 (last)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Modifying: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1097280" y="2880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numbers[0] = 100;  // Change first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numbers[2] = 300;  // Change third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Now: {100, 20, 300, 40, 50}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Looping Through Arrays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Standard Pattern: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size;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Access: array[i]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Complete Example: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7315200" cy="1188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numbers[5] = {10, 20, 30, 40, 50};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numbers[i] &lt;&lt; " 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10 20 30 40 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Key: Start at 0, continue while i &lt; size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Finding Maximum Element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numbers[] = {45, 12, 67, 23, 91, 8};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 = numbers[0];  // Assume first is max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 6;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(numbers[i] &gt; max)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 = numbers[i];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"Maximum: " &lt;&lt; max;  // 91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Output: Maximum: 91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Sum and Average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numbers[5] = {10, 20, 30, 40, 50};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numbers[i];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average = sum / 5.0;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"Sum: " &lt;&lt; sum;          // 150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"Average: " &lt;&lt; average;  // 30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Searching for an Element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4688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numbers[5] = {10, 25, 30, 45, 50};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target = 30;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index = -1;  // -1 means not found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(numbers[i] == target)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index = 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  // Stop searching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(index != -1)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"Found at index " &lt;&lt; index;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Output: Found at index 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Reversing an Array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1945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numbers[5] = {1, 2, 3, 4, 5};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start = 0, end = 4;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(start &lt; end)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temp = numbers[start];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numbers[start] = numbers[end];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numbers[end] = temp;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end--;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{5, 4, 3, 2, 1}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Swap elements from both ends moving toward center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Copying Arrays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Wrong - Cannot use = operator: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arr1[5] = {1, 2, 3, 4, 5};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arr2[5];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arr2 = arr1;  // Error!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</a:rPr>
              <a:t>Correct - Copy element by element: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545330"/>
            <a:ext cx="7315200" cy="1209706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2784423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arr1[5] = {1, 2, 3, 4, 5};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arr2[5];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arr2[i] = arr1[i];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Arrays and Functions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Must pass size separately - arrays don't carry size!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printArray(int arr[], int size)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size; i++)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arr[i] &lt;&lt; "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numbers[5] = {10, 20, 30, 40, 50};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printArray(numbers, 5);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Arrays are automatically passed by reference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9436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9436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35331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arr[5] when size is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7276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Valid: 0 to 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594360" y="19659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59436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194767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arr[5];  // Garbage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216712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int arr[5] = {0};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94360" y="25603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9436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254203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if (arr1 == arr2)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276148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Compare element by element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594360" y="31546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5943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313639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void f(int arr[])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335584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void f(int arr[], int size)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594360" y="37490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943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05840" y="373075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 (i &lt;= 5)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395020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for (i &lt; 5)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Find Second Largest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 array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892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Count Even Numbers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How many even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Find All Occurrences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All positions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48920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48920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Shift Array Left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Move left by 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Check if Sorted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Is it sorted?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0" name="Shape 27"/>
          <p:cNvSpPr/>
          <p:nvPr/>
        </p:nvSpPr>
        <p:spPr>
          <a:xfrm>
            <a:off x="48920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1" name="Text 28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035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Remove Element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At given index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5" name="Shape 32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6" name="Text 33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01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Merge Two Arrays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Combine sorted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0" name="Shape 37"/>
          <p:cNvSpPr/>
          <p:nvPr/>
        </p:nvSpPr>
        <p:spPr>
          <a:xfrm>
            <a:off x="48920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1" name="Text 38"/>
          <p:cNvSpPr/>
          <p:nvPr/>
        </p:nvSpPr>
        <p:spPr>
          <a:xfrm>
            <a:off x="48920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035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Find Missing Number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035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 sequence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All solutions in lecture notes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64592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Arrays - Collections of same-type elements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5920" y="20116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Zero-based indexing - First at index 0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77440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5920" y="237744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Initialization - Multiple methods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4320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45920" y="27432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Looping - Process with for loops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0896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45920" y="310896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Operations - Sum, max, search, reverse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474720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45920" y="347472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Functions - Must pass size separately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Next: Multidimensional Arrays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Practice with arrays to build a strong foundation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1158</Words>
  <Application>Microsoft Macintosh PowerPoint</Application>
  <PresentationFormat>On-screen Show (16:9)</PresentationFormat>
  <Paragraphs>204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8: Introduction to Arrays</dc:title>
  <dc:subject>PptxGenJS Presentation</dc:subject>
  <dc:creator>C++ Course</dc:creator>
  <cp:lastModifiedBy>Fawaz Alazemi</cp:lastModifiedBy>
  <cp:revision>2</cp:revision>
  <dcterms:created xsi:type="dcterms:W3CDTF">2026-02-14T13:04:40Z</dcterms:created>
  <dcterms:modified xsi:type="dcterms:W3CDTF">2026-02-14T17:03:30Z</dcterms:modified>
</cp:coreProperties>
</file>
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F5F9"/>
                </a:solidFill>
              </a:rPr>
              <a:t>Lecture 2: Variables &amp; Data Types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Are Variables? 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Variables are labeled boxes that store values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4023360" cy="36576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🐍 Python - Dynamic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Types change freely!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011680"/>
            <a:ext cx="40233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⚡ C++ - Static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514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Key Difference: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C++ requires you to declare the type, and it never changes!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C++ Data Types 🎯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Whole numbers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42, -10, 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double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Decimals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3.14, -0.5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char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Single character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'A', 'x'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bool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True/False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true, false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"Hello"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891B2"/>
                </a:solidFill>
              </a:rPr>
              <a:t>We'll explore each one with examples! 🚀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Type 1: Integers (int) 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Stores whole numbers (no decimals)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15544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10312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= </a:t>
            </a:r>
            <a:pPr indent="0" marL="0">
              <a:buNone/>
            </a:pP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temperature = </a:t>
            </a:r>
            <a:pPr indent="0" marL="0">
              <a:buNone/>
            </a:pP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= </a:t>
            </a:r>
            <a:pPr indent="0" marL="0">
              <a:buNone/>
            </a:pP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year = </a:t>
            </a:r>
            <a:pPr indent="0" marL="0">
              <a:buNone/>
            </a:pP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Range: -2,147,483,648 to 2,147,483,647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Type 2: Decimals (double) 📊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Stores numbers with decimal points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15544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10312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 = </a:t>
            </a:r>
            <a:pPr indent="0" marL="0">
              <a:buNone/>
            </a:pP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3.14159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 = </a:t>
            </a:r>
            <a:pPr indent="0" marL="0">
              <a:buNone/>
            </a:pP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gpa = </a:t>
            </a:r>
            <a:pPr indent="0" marL="0">
              <a:buNone/>
            </a:pP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temperature = </a:t>
            </a:r>
            <a:pPr indent="0" marL="0">
              <a:buNone/>
            </a:pP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891B2"/>
                </a:solidFill>
              </a:rPr>
              <a:t>💡 Use double for most decimal numbers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Type 3 &amp; 4: char and bool 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char - Single Character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= </a:t>
            </a:r>
            <a:pPr indent="0" marL="0">
              <a:buNone/>
            </a:pP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 = </a:t>
            </a:r>
            <a:pPr indent="0" marL="0">
              <a:buNone/>
            </a:pP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'$'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Use single quotes!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80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bool - True/False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657600" cy="9144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ready = </a:t>
            </a:r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done = </a:t>
            </a:r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Lowercase only!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Common Mistake: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"A";  // ❌ Wrong quotes!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'A';  // ✅ Correct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Type 5: Strings (string) 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Stores text (words, sentences) - use double quotes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17373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05740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 =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 York"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=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"Hello!"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886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Don't forget: #include &lt;string&gt;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840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3886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Use double quotes "text"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</a:rPr>
              <a:t>Complete Example: Student Info 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3716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"Emily Chen"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= </a:t>
            </a:r>
            <a:pPr indent="0" marL="0">
              <a:buNone/>
            </a:pPr>
            <a:r>
              <a:rPr lang="en-US" sz="15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gpa = </a:t>
            </a:r>
            <a:pPr indent="0" marL="0">
              <a:buNone/>
            </a:pPr>
            <a:r>
              <a:rPr lang="en-US" sz="15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=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enrolled = </a:t>
            </a:r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"Name: "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name;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891B2"/>
                </a:solidFill>
              </a:rPr>
              <a:t>All 5 data types in action! 🎯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Getting User Input 🎤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Use cin &gt;&gt; to read input: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1645920" y="178308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name: 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name;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age: 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age;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💡 Declare variables before using cin!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</a:rPr>
              <a:t>The Magic auto Keyword ✨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Compiler figures out the type automatically!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Without auto: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6576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= </a:t>
            </a:r>
            <a:pPr indent="0" marL="0">
              <a:buNone/>
            </a:pP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With auto: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46320" y="2377440"/>
            <a:ext cx="36576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= </a:t>
            </a:r>
            <a:pPr indent="0" marL="0">
              <a:buNone/>
            </a:pP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When to use: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Type is obvious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5760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490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Save typing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65760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Learning? Use explicit types!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 🚫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447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Missing type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733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5; // ❌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9019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5; // ✅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3591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Wrong quotes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5877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"A"; // 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8163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'A'; // 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735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Wrong case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35021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flag = True; // 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7307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flag = true; // ✅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891B2"/>
                </a:solidFill>
              </a:rPr>
              <a:t>💡 Always initialize variables!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 ✅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737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5 data types: int, double, char, bool, string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488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9456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How to declare and initialize variables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6032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4560" y="2560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Getting user input with cin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97180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194560" y="2971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The auto keyword for convenience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194560" y="3383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Common mistakes to avoid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Next: Operators &amp; If Statements! 🎯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Practice with variables &amp; see you next time! 💪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Variables</dc:title>
  <dc:subject>PptxGenJS Presentation</dc:subject>
  <dc:creator>C++ Course</dc:creator>
  <cp:lastModifiedBy>C++ Course</cp:lastModifiedBy>
  <cp:revision>1</cp:revision>
  <dcterms:created xsi:type="dcterms:W3CDTF">2026-02-11T06:38:31Z</dcterms:created>
  <dcterms:modified xsi:type="dcterms:W3CDTF">2026-02-11T06:38:31Z</dcterms:modified>
</cp:coreProperties>
</file>
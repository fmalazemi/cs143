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1F5F9"/>
                </a:solidFill>
              </a:rPr>
              <a:t>Lecture 1: Hello World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8A"/>
                </a:solidFill>
              </a:rPr>
              <a:t>Welcome to C++! 🚀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C++ is used everywhere: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92024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31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🎮 Video Games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0" y="2194560"/>
            <a:ext cx="192024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2331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🚗 Self-Driving Cars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2194560"/>
            <a:ext cx="192024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331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🚀 Rocket Software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66560" y="2194560"/>
            <a:ext cx="192024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331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💰 Trading Systems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</a:rPr>
              <a:t>Why C++?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Python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C++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Execution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Interpreted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Compiled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Speed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Slower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10-100x faster!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Typing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Dynamic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Static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Your First Program - Python Review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1828800" y="1645920"/>
            <a:ext cx="5486400" cy="13716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2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82880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Just 1 line - super simple! ✅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Your First Program - C++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1371600" y="1371600"/>
            <a:ext cx="6400800" cy="21031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1554480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&lt;iostream&gt;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</a:t>
            </a:r>
            <a:pPr indent="0" marL="0">
              <a:buNone/>
            </a:pPr>
            <a:r>
              <a:rPr lang="en-US" sz="18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"Hello!"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More structure, but not scary! 💪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Understanding Each Line 🔍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931920" y="1325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Brings in input/output library (like Python's import)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1920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Program starts here - every C++ program needs main()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146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std::cout &lt;&lt; "Hello!";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2514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Prints to screen (like Python's print)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089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0;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3108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Tells computer we finished successfully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033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3703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Closes the main() function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</a:rPr>
              <a:t>Making It Easier: using namespace std 💡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459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Without: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std::cout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pPr indent="0" marL="0">
              <a:buNone/>
            </a:pP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std::endl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6459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With: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</a:t>
            </a:r>
            <a:pPr indent="0" marL="0">
              <a:buNone/>
            </a:pPr>
            <a:r>
              <a:rPr lang="en-US" sz="15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When to use it:</a:t>
            </a:r>
            <a:endParaRPr lang="en-US" sz="2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38328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3383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Small programs &amp; learning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38328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3383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Homework &amp; examples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4904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Not for large professional projects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How to Compile &amp; Run ⚡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188720" y="1371600"/>
            <a:ext cx="749808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15087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Compile: Turn code into executable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371600" y="1828800"/>
            <a:ext cx="7132320" cy="2743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9" name="Text 6"/>
          <p:cNvSpPr/>
          <p:nvPr/>
        </p:nvSpPr>
        <p:spPr>
          <a:xfrm>
            <a:off x="1463040" y="187452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g++ hello.cpp -o hello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1188720" y="2377440"/>
            <a:ext cx="749808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371600" y="25146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Run: Execute the program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371600" y="2834640"/>
            <a:ext cx="7132320" cy="2743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5" name="Text 12"/>
          <p:cNvSpPr/>
          <p:nvPr/>
        </p:nvSpPr>
        <p:spPr>
          <a:xfrm>
            <a:off x="1463040" y="288036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./hello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Benefits:</a:t>
            </a:r>
            <a:endParaRPr lang="en-US" sz="2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9476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1440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Catches errors before running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79476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4904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Creates super fast machine code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79476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8368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Compile once, run many times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Common Mistakes 🚫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630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Forgetting semicolons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71907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"Hi"  // 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94767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"Hi"; // ✅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4688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Missing #include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272491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"Hi"; // ❌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95351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 // ✅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383280"/>
            <a:ext cx="82296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4747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Wrong quotes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0080" y="37307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'Hello'; // ❌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3959352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"Hello"; // ✅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891B2"/>
                </a:solidFill>
              </a:rPr>
              <a:t>💡 Compiler catches these early!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 Learned Today ✅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7373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1737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Structure of a C++ program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1488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9456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Your first Hello World program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6032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94560" y="2560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using namespace std for cleaner code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97180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194560" y="2971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How to compile and run C++ code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194560" y="3383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Common mistakes to avoid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Next: Variables &amp; User Input! 🎯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Great Job!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1F5F9"/>
                </a:solidFill>
              </a:rPr>
              <a:t>Practice the homework &amp; see you next lecture! 💪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Hello World</dc:title>
  <dc:subject>PptxGenJS Presentation</dc:subject>
  <dc:creator>C++ Course</dc:creator>
  <cp:lastModifiedBy>C++ Course</cp:lastModifiedBy>
  <cp:revision>1</cp:revision>
  <dcterms:created xsi:type="dcterms:W3CDTF">2026-02-11T06:36:39Z</dcterms:created>
  <dcterms:modified xsi:type="dcterms:W3CDTF">2026-02-11T06:36:39Z</dcterms:modified>
</cp:coreProperties>
</file>